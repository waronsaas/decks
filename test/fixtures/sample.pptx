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Acme</c:v>
                </c:pt>
                <c:pt idx="1">
                  <c:v>Birch</c:v>
                </c:pt>
                <c:pt idx="2">
                  <c:v>Oak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80</c:v>
                </c:pt>
                <c:pt idx="2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Acme</c:v>
                </c:pt>
                <c:pt idx="1">
                  <c:v>Birch</c:v>
                </c:pt>
                <c:pt idx="2">
                  <c:v>Oak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90</c:v>
                </c:pt>
                <c:pt idx="2">
                  <c:v>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headline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Pine Studio: 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Casey Morgan,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went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new clients</a:t>
            </a:r>
          </a:p>
          <a:p>
            <a:r>
              <a:t>Two projects shipped early</a:t>
            </a:r>
          </a:p>
          <a:p>
            <a:r>
              <a:t>No overtime in September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Hours by project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6096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Since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2021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Jordan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5-Point Star 3"/>
          <p:cNvSpPr/>
          <p:nvPr/>
        </p:nvSpPr>
        <p:spPr>
          <a:xfrm>
            <a:off x="10058400" y="4572000"/>
            <a:ext cx="914400" cy="91440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9144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Our new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8600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We moved in August. Twice the light and half the rent of the old place.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year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